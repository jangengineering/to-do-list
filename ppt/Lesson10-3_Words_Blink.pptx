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5"/>
  </p:notesMasterIdLst>
  <p:sldIdLst>
    <p:sldId id="256" r:id="rId2"/>
    <p:sldId id="257" r:id="rId3"/>
    <p:sldId id="258" r:id="rId4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291" r:id="rId37"/>
    <p:sldId id="292" r:id="rId38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25" r:id="rId71"/>
    <p:sldId id="326" r:id="rId72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</p:sldIdLst>
  <p:sldSz cx="12192000" cy="6858000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110" d="100"/>
          <a:sy n="110" d="100"/>
        </p:scale>
        <p:origin x="630" y="114"/>
      </p:cViewPr>
      <p:guideLst>
        <p:guide orient="horz" pos="2159"/>
        <p:guide pos="383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07" Type="http://schemas.openxmlformats.org/officeDocument/2006/relationships/viewProps" Target="viewProps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10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06" Type="http://schemas.openxmlformats.org/officeDocument/2006/relationships/presProps" Target="presProps.xml"/><Relationship Id="rId4" Type="http://schemas.openxmlformats.org/officeDocument/2006/relationships/slide" Target="slides/slide3.xml"/><Relationship Id="rId109" Type="http://schemas.openxmlformats.org/officeDocument/2006/relationships/tableStyles" Target="tableStyles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05" Type="http://schemas.openxmlformats.org/officeDocument/2006/relationships/notesMaster" Target="notesMasters/notesMaster1.xml"/><Relationship Id="rId72" Type="http://schemas.openxmlformats.org/officeDocument/2006/relationships/slide" Target="slides/slide71.xml"/><Relationship Id="rId3" Type="http://schemas.openxmlformats.org/officeDocument/2006/relationships/slide" Target="slides/slide2.xml"/>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  <Relationship Id="rId113" Type="http://schemas.openxmlformats.org/officeDocument/2006/relationships/slide" Target="slides/slide107.xml"/>
  <Relationship Id="rId114" Type="http://schemas.openxmlformats.org/officeDocument/2006/relationships/slide" Target="slides/slide108.xml"/>
  <Relationship Id="rId115" Type="http://schemas.openxmlformats.org/officeDocument/2006/relationships/slide" Target="slides/slide109.xml"/>
  <Relationship Id="rId116" Type="http://schemas.openxmlformats.org/officeDocument/2006/relationships/slide" Target="slides/slide110.xml"/>
  <Relationship Id="rId117" Type="http://schemas.openxmlformats.org/officeDocument/2006/relationships/slide" Target="slides/slide111.xml"/>
  <Relationship Id="rId118" Type="http://schemas.openxmlformats.org/officeDocument/2006/relationships/slide" Target="slides/slide112.xml"/>
  <Relationship Id="rId119" Type="http://schemas.openxmlformats.org/officeDocument/2006/relationships/slide" Target="slides/slide113.xml"/>
  <Relationship Id="rId120" Type="http://schemas.openxmlformats.org/officeDocument/2006/relationships/slide" Target="slides/slide114.xml"/>
  <Relationship Id="rId121" Type="http://schemas.openxmlformats.org/officeDocument/2006/relationships/slide" Target="slides/slide115.xml"/>
  <Relationship Id="rId122" Type="http://schemas.openxmlformats.org/officeDocument/2006/relationships/slide" Target="slides/slide116.xml"/>
  <Relationship Id="rId123" Type="http://schemas.openxmlformats.org/officeDocument/2006/relationships/slide" Target="slides/slide117.xml"/>
  <Relationship Id="rId124" Type="http://schemas.openxmlformats.org/officeDocument/2006/relationships/slide" Target="slides/slide118.xml"/>
  <Relationship Id="rId125" Type="http://schemas.openxmlformats.org/officeDocument/2006/relationships/slide" Target="slides/slide119.xml"/>
  <Relationship Id="rId126" Type="http://schemas.openxmlformats.org/officeDocument/2006/relationships/slide" Target="slides/slide120.xml"/>
  <Relationship Id="rId127" Type="http://schemas.openxmlformats.org/officeDocument/2006/relationships/slide" Target="slides/slide121.xml"/>
  <Relationship Id="rId128" Type="http://schemas.openxmlformats.org/officeDocument/2006/relationships/slide" Target="slides/slide122.xml"/>
  <Relationship Id="rId129" Type="http://schemas.openxmlformats.org/officeDocument/2006/relationships/slide" Target="slides/slide123.xml"/>
  <Relationship Id="rId130" Type="http://schemas.openxmlformats.org/officeDocument/2006/relationships/slide" Target="slides/slide124.xml"/>
  <Relationship Id="rId131" Type="http://schemas.openxmlformats.org/officeDocument/2006/relationships/slide" Target="slides/slide125.xml"/>
  <Relationship Id="rId132" Type="http://schemas.openxmlformats.org/officeDocument/2006/relationships/slide" Target="slides/slide126.xml"/>
  <Relationship Id="rId133" Type="http://schemas.openxmlformats.org/officeDocument/2006/relationships/slide" Target="slides/slide127.xml"/>
  <Relationship Id="rId134" Type="http://schemas.openxmlformats.org/officeDocument/2006/relationships/slide" Target="slides/slide128.xml"/>
  <Relationship Id="rId135" Type="http://schemas.openxmlformats.org/officeDocument/2006/relationships/slide" Target="slides/slide129.xml"/>
  <Relationship Id="rId136" Type="http://schemas.openxmlformats.org/officeDocument/2006/relationships/slide" Target="slides/slide130.xml"/>
  <Relationship Id="rId137" Type="http://schemas.openxmlformats.org/officeDocument/2006/relationships/slide" Target="slides/slide131.xml"/>
  <Relationship Id="rId138" Type="http://schemas.openxmlformats.org/officeDocument/2006/relationships/slide" Target="slides/slide132.xml"/>
  <Relationship Id="rId139" Type="http://schemas.openxmlformats.org/officeDocument/2006/relationships/slide" Target="slides/slide133.xml"/>
  <Relationship Id="rId140" Type="http://schemas.openxmlformats.org/officeDocument/2006/relationships/slide" Target="slides/slide134.xml"/>
  <Relationship Id="rId141" Type="http://schemas.openxmlformats.org/officeDocument/2006/relationships/slide" Target="slides/slide135.xml"/>
  <Relationship Id="rId142" Type="http://schemas.openxmlformats.org/officeDocument/2006/relationships/slide" Target="slides/slide136.xml"/>
  <Relationship Id="rId143" Type="http://schemas.openxmlformats.org/officeDocument/2006/relationships/slide" Target="slides/slide137.xml"/>
  <Relationship Id="rId144" Type="http://schemas.openxmlformats.org/officeDocument/2006/relationships/slide" Target="slides/slide138.xml"/>
  <Relationship Id="rId145" Type="http://schemas.openxmlformats.org/officeDocument/2006/relationships/slide" Target="slides/slide139.xml"/>
  <Relationship Id="rId146" Type="http://schemas.openxmlformats.org/officeDocument/2006/relationships/slide" Target="slides/slide140.xml"/>
  <Relationship Id="rId147" Type="http://schemas.openxmlformats.org/officeDocument/2006/relationships/slide" Target="slides/slide141.xml"/>
  <Relationship Id="rId148" Type="http://schemas.openxmlformats.org/officeDocument/2006/relationships/slide" Target="slides/slide142.xml"/>
  <Relationship Id="rId149" Type="http://schemas.openxmlformats.org/officeDocument/2006/relationships/slide" Target="slides/slide143.xml"/>
  <Relationship Id="rId150" Type="http://schemas.openxmlformats.org/officeDocument/2006/relationships/slide" Target="slides/slide144.xml"/>
  <Relationship Id="rId151" Type="http://schemas.openxmlformats.org/officeDocument/2006/relationships/slide" Target="slides/slide145.xml"/>
  <Relationship Id="rId152" Type="http://schemas.openxmlformats.org/officeDocument/2006/relationships/slide" Target="slides/slide146.xml"/>
  <Relationship Id="rId153" Type="http://schemas.openxmlformats.org/officeDocument/2006/relationships/slide" Target="slides/slide147.xml"/>
  <Relationship Id="rId154" Type="http://schemas.openxmlformats.org/officeDocument/2006/relationships/slide" Target="slides/slide148.xml"/>
  <Relationship Id="rId155" Type="http://schemas.openxmlformats.org/officeDocument/2006/relationships/slide" Target="slides/slide149.xml"/>
  <Relationship Id="rId156" Type="http://schemas.openxmlformats.org/officeDocument/2006/relationships/slide" Target="slides/slide150.xml"/>
  <Relationship Id="rId157" Type="http://schemas.openxmlformats.org/officeDocument/2006/relationships/slide" Target="slides/slide151.xml"/>
  <Relationship Id="rId158" Type="http://schemas.openxmlformats.org/officeDocument/2006/relationships/slide" Target="slides/slide152.xml"/>
  <Relationship Id="rId159" Type="http://schemas.openxmlformats.org/officeDocument/2006/relationships/slide" Target="slides/slide153.xml"/>
  <Relationship Id="rId160" Type="http://schemas.openxmlformats.org/officeDocument/2006/relationships/slide" Target="slides/slide154.xml"/>
  <Relationship Id="rId161" Type="http://schemas.openxmlformats.org/officeDocument/2006/relationships/slide" Target="slides/slide155.xml"/>
  <Relationship Id="rId162" Type="http://schemas.openxmlformats.org/officeDocument/2006/relationships/slide" Target="slides/slide156.xml"/>
  <Relationship Id="rId163" Type="http://schemas.openxmlformats.org/officeDocument/2006/relationships/slide" Target="slides/slide157.xml"/>
  <Relationship Id="rId164" Type="http://schemas.openxmlformats.org/officeDocument/2006/relationships/slide" Target="slides/slide158.xml"/>
  <Relationship Id="rId165" Type="http://schemas.openxmlformats.org/officeDocument/2006/relationships/slide" Target="slides/slide159.xml"/>
  <Relationship Id="rId166" Type="http://schemas.openxmlformats.org/officeDocument/2006/relationships/slide" Target="slides/slide160.xml"/>
  <Relationship Id="rId167" Type="http://schemas.openxmlformats.org/officeDocument/2006/relationships/slide" Target="slides/slide161.xml"/>
  <Relationship Id="rId168" Type="http://schemas.openxmlformats.org/officeDocument/2006/relationships/slide" Target="slides/slide162.xml"/>
  <Relationship Id="rId169" Type="http://schemas.openxmlformats.org/officeDocument/2006/relationships/slide" Target="slides/slide16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 lvl="0">
              <a:defRPr/>
            </a:pPr>
            <a:fld id="{7D6D2A12-D40F-40BA-B701-6EAECF805A26}" type="datetime1">
              <a:rPr lang="ko-KR" altLang="en-US"/>
              <a:pPr lvl="0">
                <a:defRPr/>
              </a:pPr>
              <a:t>2026-10-14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굴림"/>
                <a:ea typeface="굴림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굴림"/>
                <a:ea typeface="굴림"/>
              </a:defRPr>
            </a:lvl1pPr>
          </a:lstStyle>
          <a:p>
            <a:pPr lvl="0">
              <a:defRPr/>
            </a:pPr>
            <a:fld id="{2E59FE3E-BA8F-4B57-9760-6F703D9CBC6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400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/>
        <a:ea typeface="나눔바른고딕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/>
        <a:ea typeface="나눔바른고딕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/>
        <a:ea typeface="나눔바른고딕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/>
        <a:ea typeface="나눔바른고딕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나눔바른고딕"/>
        <a:ea typeface="나눔바른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4283604" y="1028700"/>
            <a:ext cx="1285875" cy="17145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What are you busy with?</a:t>
            </a:r>
            <a:br>
              <a:rPr lang="en-US" altLang="ko-KR"/>
            </a:br>
            <a:r>
              <a:rPr lang="en-US" altLang="ko-KR"/>
              <a:t>What’s stressing you out?</a:t>
            </a:r>
            <a:br>
              <a:rPr lang="en-US" altLang="ko-KR" b="0" i="0">
                <a:solidFill>
                  <a:srgbClr val="111827"/>
                </a:solidFill>
                <a:effectLst/>
                <a:latin typeface="나눔바른고딕"/>
                <a:ea typeface="나눔바른고딕"/>
                <a:cs typeface="+mn-cs"/>
              </a:rPr>
            </a:br>
            <a:r>
              <a:rPr lang="en-US" altLang="ko-KR"/>
              <a:t>What’s making you feel depressed? What’s wrong?</a:t>
            </a:r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22D1DE71-02C0-4289-8193-00DC7FA36C8D}" type="slidenum">
              <a:rPr kumimoji="0" lang="en-US" sz="800" b="0" i="0" u="none" strike="noStrike" kern="1200" cap="none" spc="0" normalizeH="0" baseline="0">
                <a:solidFill>
                  <a:prstClr val="black"/>
                </a:solidFill>
                <a:effectLst/>
                <a:uLnTx/>
                <a:uFillTx/>
                <a:latin typeface="Calibri"/>
                <a:ea typeface="나눔스퀘어라운드 ExtraBold"/>
                <a:cs typeface="Arial"/>
                <a:sym typeface="Arial"/>
              </a:rPr>
              <a:pPr marL="0" marR="0" lvl="0" indent="0" algn="r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1</a:t>
            </a:fld>
            <a:endParaRPr kumimoji="0" lang="en-US" sz="800" b="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나눔스퀘어라운드 ExtraBold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756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socks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gloves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sunglasses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shoes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pants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cap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T-shirt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size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large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won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cheap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expensive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price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buy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sell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small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color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on sale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receipt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change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total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장갑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선글라스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신발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바지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모자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티셔츠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크기, 치수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큰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원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값이 싼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비싼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가격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양말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사다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팔다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작은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색깔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할인 중인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영수증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거스름돈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합계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비싼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cap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할인 중인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change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큰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won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가격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color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선글라스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cheap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바지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sell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합계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size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티셔츠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socks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작은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buy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장갑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receipt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/>
              <a:t>자료: 5학년 YBM 최 10단원 활동지 (Lesson 10. How Much Are These Socks?)</a:t>
            </a:r>
          </a:p>
          <a:p>
            <a:r>
              <a:rPr lang="ko-KR"/>
              <a:t>기본 단어 1–10, 보너스 단어 11–18, 심화 단어 19–21</a:t>
            </a:r>
          </a:p>
          <a:p>
            <a:r>
              <a:rPr lang="ko-KR"/>
              <a:t>학생이 말할 답: shoes</a:t>
            </a:r>
          </a:p>
          <a:p>
            <a:r>
              <a:rPr lang="ko-KR"/>
              <a:t>교사가 클릭 또는 방향키로 속도를 조절합니다. 자동 넘김은 없습니다.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7B129-1107-415B-89ED-37A5A220356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3CF7C4-85E4-4BF5-875F-CF65CEADAA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2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4552D-E7D6-43A4-8904-627A7500EF89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23B14-308A-44E9-BCBD-1839EC10812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35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E7CD2-ED60-47B9-8D3A-2C4AC69B21F4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46214-0642-40ED-919F-92985EE6B07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445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1BB05-9F92-4B5C-9816-75A4FBEC803F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28543D-590B-4228-8874-BD73C9277B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153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99C61-CFAC-40C6-81FF-4DDE0392DB09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3D055-5CB9-4AB8-A60B-AEFA4A71267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503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4DA2A-D323-4FC8-958A-B32DF35CADBF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41731-3317-46BB-8708-DC87993673B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54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ABF3A-ABA4-4357-BC0C-9733B3DE4743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AC73B-B15E-442A-8218-A7AF25280E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406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4F3A5-A8A5-49EF-95D3-8549FAE8FC85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D15673-DBAC-4EDB-BE82-1EB2B5A477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5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3563D-6FC5-4382-8E5E-23FCC380EB0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385244-2095-47DA-BF55-3FADF0AB992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328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4DDF8-90A0-4DF5-9F4E-9CF032D5FE3C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7D1A8-C2BB-4AD8-8148-7A23D710846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452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EA55BC-88B6-418A-AD52-A986264EF95A}" type="datetimeFigureOut">
              <a:rPr lang="ko-KR" altLang="en-US"/>
              <a:pPr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98BC0-76FE-43C4-A0F9-9F24EF19AE9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1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나눔바른고딕"/>
                <a:ea typeface="나눔바른고딕"/>
              </a:defRPr>
            </a:lvl1pPr>
          </a:lstStyle>
          <a:p>
            <a:pPr lvl="0">
              <a:defRPr/>
            </a:pPr>
            <a:fld id="{DF337A91-A61B-4017-B881-8415AC8A5D22}" type="datetime1">
              <a:rPr lang="ko-KR" altLang="en-US"/>
              <a:pPr lvl="0">
                <a:defRPr/>
              </a:pPr>
              <a:t>2026-10-14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나눔바른고딕"/>
                <a:ea typeface="나눔바른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나눔바른고딕"/>
                <a:ea typeface="나눔바른고딕"/>
              </a:defRPr>
            </a:lvl1pPr>
          </a:lstStyle>
          <a:p>
            <a:pPr lvl="0">
              <a:defRPr/>
            </a:pPr>
            <a:fld id="{83670DF9-776A-4C94-8E76-7F5552992E5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606" r:id="rId1"/>
    <p:sldLayoutId id="2147486607" r:id="rId2"/>
    <p:sldLayoutId id="2147486608" r:id="rId3"/>
    <p:sldLayoutId id="2147486609" r:id="rId4"/>
    <p:sldLayoutId id="2147486610" r:id="rId5"/>
    <p:sldLayoutId id="2147486611" r:id="rId6"/>
    <p:sldLayoutId id="2147486612" r:id="rId7"/>
    <p:sldLayoutId id="2147486613" r:id="rId8"/>
    <p:sldLayoutId id="2147486614" r:id="rId9"/>
    <p:sldLayoutId id="2147486615" r:id="rId10"/>
    <p:sldLayoutId id="2147486616" r:id="rId11"/>
  </p:sldLayoutIdLst>
  <p:transition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나눔바른고딕"/>
          <a:ea typeface="나눔바른고딕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/>
          <a:ea typeface="맑은 고딕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나눔바른고딕"/>
          <a:ea typeface="나눔바른고딕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나눔바른고딕"/>
          <a:ea typeface="나눔바른고딕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나눔바른고딕"/>
          <a:ea typeface="나눔바른고딕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나눔바른고딕"/>
          <a:ea typeface="나눔바른고딕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나눔바른고딕"/>
          <a:ea typeface="나눔바른고딕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l10_cover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524000" y="549275"/>
            <a:ext cx="323850" cy="1079500"/>
          </a:xfrm>
          <a:prstGeom prst="rect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rgbClr val="FF9966"/>
              </a:solidFill>
              <a:latin typeface="나눔바른고딕"/>
              <a:ea typeface="나눔바른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05000" y="666750"/>
            <a:ext cx="7239000" cy="1047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ko-KR" sz="5400" b="1">
                <a:solidFill>
                  <a:srgbClr val="FF0066"/>
                </a:solidFill>
                <a:latin typeface="나눔바른고딕"/>
                <a:ea typeface="맑은 고딕"/>
              </a:rPr>
              <a:t>Lesson 10-3</a:t>
            </a:r>
            <a:endParaRPr lang="ko-KR" sz="5400"/>
          </a:p>
        </p:txBody>
      </p:sp>
      <p:sp>
        <p:nvSpPr>
          <p:cNvPr id="9" name="직사각형 8"/>
          <p:cNvSpPr/>
          <p:nvPr/>
        </p:nvSpPr>
        <p:spPr>
          <a:xfrm>
            <a:off x="0" y="6597650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endParaRPr lang="ko-KR" altLang="en-US" sz="1400" b="1">
              <a:latin typeface="나눔바른고딕"/>
              <a:ea typeface="나눔바른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38375" y="1809750"/>
            <a:ext cx="9763125" cy="952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400">
                <a:latin typeface="KG Red Hands"/>
                <a:ea typeface="맑은 고딕"/>
              </a:rPr>
              <a:t>How Much Are These Socks?</a:t>
            </a:r>
            <a:endParaRPr lang="ko-KR" sz="4400"/>
          </a:p>
        </p:txBody>
      </p:sp>
      <p:sp>
        <p:nvSpPr>
          <p:cNvPr id="11" name="직사각형 10"/>
          <p:cNvSpPr/>
          <p:nvPr/>
        </p:nvSpPr>
        <p:spPr>
          <a:xfrm>
            <a:off x="0" y="1399"/>
            <a:ext cx="12192000" cy="2603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r">
              <a:defRPr/>
            </a:pPr>
            <a:endParaRPr lang="ko-KR" altLang="en-US" sz="1400" b="1">
              <a:solidFill>
                <a:srgbClr val="9933FF"/>
              </a:solidFill>
              <a:latin typeface="나눔바른고딕"/>
              <a:ea typeface="나눔바른고딕"/>
            </a:endParaRPr>
          </a:p>
        </p:txBody>
      </p:sp>
      <p:pic>
        <p:nvPicPr>
          <p:cNvPr id="12" name="그림 11" descr="Lesson 10: cover">
            <a:extLst>
              <a:ext uri="{FF2B5EF4-FFF2-40B4-BE49-F238E27FC236}">
                <a16:creationId xmlns:a16="http://schemas.microsoft.com/office/drawing/2014/main" id="{9554912B-36BE-4A60-BA5F-5FF7B66A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66" y="3000375"/>
            <a:ext cx="4436268" cy="3286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09866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나눔바른고딕"/>
                <a:ea typeface="맑은 고딕"/>
              </a:rPr>
              <a:t>Words Blink</a:t>
            </a:r>
            <a:endParaRPr lang="ko-KR" sz="8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양말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09866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200" b="1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나눔바른고딕"/>
                <a:ea typeface="맑은 고딕"/>
              </a:rPr>
              <a:t>English Words</a:t>
            </a:r>
            <a:endParaRPr lang="ko-KR" sz="7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socks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31504" y="2564904"/>
            <a:ext cx="9144000" cy="1309866"/>
          </a:xfrm>
          <a:prstGeom prst="rect">
            <a:avLst/>
          </a:prstGeom>
          <a:solidFill>
            <a:srgbClr val="FF5050"/>
          </a:solidFill>
        </p:spPr>
        <p:txBody>
          <a:bodyPr wrap="square">
            <a:spAutoFit/>
          </a:bodyPr>
          <a:lstStyle/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0" b="1">
                <a:ln w="11430">
                  <a:solidFill>
                    <a:schemeClr val="bg1"/>
                  </a:solidFill>
                </a:ln>
                <a:solidFill>
                  <a:schemeClr val="bg1"/>
                </a:solidFill>
                <a:latin typeface="나눔바른고딕"/>
                <a:ea typeface="맑은 고딕"/>
              </a:rPr>
              <a:t>Mixed Words</a:t>
            </a:r>
            <a:endParaRPr lang="ko-KR" sz="8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신발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장갑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선글라스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신발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바지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모자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티셔츠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크기, 치수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큰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값이 싼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비싼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가격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사다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팔다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작은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색깔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할인 중인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영수증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거스름돈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합계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gloves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sunglasses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shoes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pants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cap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T-shirt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size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large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won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cheap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expensive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price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buy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sell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small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color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on sale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receipt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change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total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expensive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모자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on sale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거스름돈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large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price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색깔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sunglasses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값이 싼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pants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팔다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total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크기, 치수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T-shirt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양말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small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사다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gloves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>
            <a:spLocks noChangeArrowheads="1"/>
          </p:cNvSpPr>
          <p:nvPr/>
        </p:nvSpPr>
        <p:spPr>
          <a:xfrm>
            <a:off x="666750" y="2305050"/>
            <a:ext cx="10858500" cy="2238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맑은 고딕"/>
                <a:ea typeface="맑은 고딕"/>
              </a:defRPr>
            </a:lvl1pPr>
            <a:lvl2pPr marL="742950" indent="-285750" latinLnBrk="1">
              <a:spcBef>
                <a:spcPct val="2000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맑은 고딕"/>
                <a:ea typeface="맑은 고딕"/>
              </a:defRPr>
            </a:lvl2pPr>
            <a:lvl3pPr marL="1143000" indent="-228600" latinLnBrk="1">
              <a:spcBef>
                <a:spcPct val="200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맑은 고딕"/>
                <a:ea typeface="맑은 고딕"/>
              </a:defRPr>
            </a:lvl3pPr>
            <a:lvl4pPr marL="1600200" indent="-228600" latinLnBrk="1">
              <a:spcBef>
                <a:spcPct val="2000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4pPr>
            <a:lvl5pPr marL="2057400" indent="-228600" latinLnBrk="1">
              <a:spcBef>
                <a:spcPct val="2000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맑은 고딕"/>
                <a:ea typeface="맑은 고딕"/>
              </a:defRPr>
            </a:lvl9pPr>
          </a:lstStyle>
          <a:p>
            <a:pPr lvl="0" algn="ctr" eaLnBrk="1" hangingPunct="1">
              <a:spcBef>
                <a:spcPct val="0"/>
              </a:spcBef>
              <a:buFontTx/>
              <a:buNone/>
              <a:defRPr/>
            </a:pPr>
            <a:r>
              <a:rPr kumimoji="0" lang="ko-KR" altLang="en-US" sz="14400" b="1">
                <a:solidFill>
                  <a:srgbClr val="CC3399"/>
                </a:solidFill>
                <a:latin typeface="나눔바른고딕"/>
                <a:ea typeface="맑은 고딕"/>
              </a:rPr>
              <a:t>영수증</a:t>
            </a:r>
            <a:endParaRPr lang="ko-KR" sz="14400"/>
          </a:p>
        </p:txBody>
      </p:sp>
    </p:spTree>
    <p:extLst>
      <p:ext uri="{BB962C8B-B14F-4D97-AF65-F5344CB8AC3E}">
        <p14:creationId xmlns:p14="http://schemas.microsoft.com/office/powerpoint/2010/main" val="2002961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6301</Words>
  <Application>Microsoft Office PowerPoint</Application>
  <PresentationFormat>와이드스크린</PresentationFormat>
  <Paragraphs>508</Paragraphs>
  <Slides>103</Slides>
  <Notes>103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103</vt:i4>
      </vt:variant>
    </vt:vector>
  </HeadingPairs>
  <TitlesOfParts>
    <vt:vector size="110" baseType="lpstr">
      <vt:lpstr>KG Red Hands</vt:lpstr>
      <vt:lpstr>굴림</vt:lpstr>
      <vt:lpstr>나눔바른고딕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sec</dc:creator>
  <cp:lastModifiedBy>상은 이</cp:lastModifiedBy>
  <cp:revision>478</cp:revision>
  <dcterms:created xsi:type="dcterms:W3CDTF">2011-03-26T02:20:54Z</dcterms:created>
  <dcterms:modified xsi:type="dcterms:W3CDTF">2026-10-14T04:36:31Z</dcterms:modified>
  <cp:version/>
</cp:coreProperties>
</file>